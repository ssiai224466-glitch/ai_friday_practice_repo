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Infrastructure Capacity Planning Advisor Using Generative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2860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Ingestion Layer</a:t>
            </a:r>
          </a:p>
          <a:p/>
          <a:p>
            <a:r>
              <a:t>Upload Data Sources</a:t>
            </a:r>
          </a:p>
          <a:p>
            <a:r>
              <a:t>(PDF / DOCX / TXT)</a:t>
            </a:r>
          </a:p>
          <a:p/>
          <a:p>
            <a:r>
              <a:t>Chunking Engine</a:t>
            </a:r>
          </a:p>
          <a:p/>
          <a:p>
            <a:r>
              <a:t>Embedding Generation</a:t>
            </a:r>
          </a:p>
          <a:p/>
          <a:p>
            <a:r>
              <a:t>Chroma Vector DB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109728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Agentic AI Layer</a:t>
            </a:r>
          </a:p>
          <a:p/>
          <a:p>
            <a:r>
              <a:t>Retrieval</a:t>
            </a:r>
          </a:p>
          <a:p>
            <a:r>
              <a:t>Reasoning</a:t>
            </a:r>
          </a:p>
          <a:p>
            <a: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3017520"/>
            <a:ext cx="1828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OpenAI LLM</a:t>
            </a:r>
          </a:p>
          <a:p>
            <a:r>
              <a:t>Reasoning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0233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Forecast Charts</a:t>
            </a:r>
          </a:p>
          <a:p>
            <a:r>
              <a:t>(CPU / Memory / Storage)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22860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Knowledge Based</a:t>
            </a:r>
          </a:p>
          <a:p>
            <a:r>
              <a:t>Vector DB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097280"/>
            <a:ext cx="22860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Tools Used:</a:t>
            </a:r>
          </a:p>
          <a:p>
            <a:r>
              <a:t>Python</a:t>
            </a:r>
          </a:p>
          <a:p>
            <a:r>
              <a:t>Streamlit</a:t>
            </a:r>
          </a:p>
          <a:p>
            <a:r>
              <a:t>ChromaDB</a:t>
            </a:r>
          </a:p>
          <a:p>
            <a:r>
              <a:t>OpenAI API</a:t>
            </a:r>
          </a:p>
          <a:p>
            <a:r>
              <a:t>Matplotlib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7432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84048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Settings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539496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Storage &amp; Logging</a:t>
            </a:r>
          </a:p>
          <a:p>
            <a:r>
              <a:t>Reports / Metrics / Forecast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39496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Admin / IT 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75488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Historical Reports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